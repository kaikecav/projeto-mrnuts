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  <p:boldItalic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254" y="-1651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Valerio" userId="3c2a959d428b4c8e" providerId="LiveId" clId="{014CE5D8-F192-40A9-A595-576D95A24033}"/>
    <pc:docChg chg="undo custSel modSld">
      <pc:chgData name="Julia Valerio" userId="3c2a959d428b4c8e" providerId="LiveId" clId="{014CE5D8-F192-40A9-A595-576D95A24033}" dt="2026-05-10T23:44:36.230" v="821" actId="12"/>
      <pc:docMkLst>
        <pc:docMk/>
      </pc:docMkLst>
      <pc:sldChg chg="addSp delSp modSp mod">
        <pc:chgData name="Julia Valerio" userId="3c2a959d428b4c8e" providerId="LiveId" clId="{014CE5D8-F192-40A9-A595-576D95A24033}" dt="2026-05-10T23:44:36.230" v="821" actId="12"/>
        <pc:sldMkLst>
          <pc:docMk/>
          <pc:sldMk cId="0" sldId="256"/>
        </pc:sldMkLst>
        <pc:spChg chg="mod">
          <ac:chgData name="Julia Valerio" userId="3c2a959d428b4c8e" providerId="LiveId" clId="{014CE5D8-F192-40A9-A595-576D95A24033}" dt="2026-05-04T21:08:11.918" v="786" actId="1076"/>
          <ac:spMkLst>
            <pc:docMk/>
            <pc:sldMk cId="0" sldId="256"/>
            <ac:spMk id="128" creationId="{00000000-0000-0000-0000-000000000000}"/>
          </ac:spMkLst>
        </pc:spChg>
        <pc:spChg chg="mod">
          <ac:chgData name="Julia Valerio" userId="3c2a959d428b4c8e" providerId="LiveId" clId="{014CE5D8-F192-40A9-A595-576D95A24033}" dt="2026-05-04T20:50:06.250" v="748" actId="1076"/>
          <ac:spMkLst>
            <pc:docMk/>
            <pc:sldMk cId="0" sldId="256"/>
            <ac:spMk id="134" creationId="{00000000-0000-0000-0000-000000000000}"/>
          </ac:spMkLst>
        </pc:spChg>
        <pc:spChg chg="mod">
          <ac:chgData name="Julia Valerio" userId="3c2a959d428b4c8e" providerId="LiveId" clId="{014CE5D8-F192-40A9-A595-576D95A24033}" dt="2026-05-10T23:11:31.445" v="815" actId="20577"/>
          <ac:spMkLst>
            <pc:docMk/>
            <pc:sldMk cId="0" sldId="256"/>
            <ac:spMk id="135" creationId="{00000000-0000-0000-0000-000000000000}"/>
          </ac:spMkLst>
        </pc:spChg>
        <pc:spChg chg="add del mod">
          <ac:chgData name="Julia Valerio" userId="3c2a959d428b4c8e" providerId="LiveId" clId="{014CE5D8-F192-40A9-A595-576D95A24033}" dt="2026-05-10T23:44:36.230" v="821" actId="12"/>
          <ac:spMkLst>
            <pc:docMk/>
            <pc:sldMk cId="0" sldId="256"/>
            <ac:spMk id="136" creationId="{00000000-0000-0000-0000-000000000000}"/>
          </ac:spMkLst>
        </pc:spChg>
        <pc:spChg chg="mod">
          <ac:chgData name="Julia Valerio" userId="3c2a959d428b4c8e" providerId="LiveId" clId="{014CE5D8-F192-40A9-A595-576D95A24033}" dt="2026-05-04T20:49:56.963" v="746" actId="1076"/>
          <ac:spMkLst>
            <pc:docMk/>
            <pc:sldMk cId="0" sldId="256"/>
            <ac:spMk id="137" creationId="{00000000-0000-0000-0000-000000000000}"/>
          </ac:spMkLst>
        </pc:spChg>
        <pc:spChg chg="mod">
          <ac:chgData name="Julia Valerio" userId="3c2a959d428b4c8e" providerId="LiveId" clId="{014CE5D8-F192-40A9-A595-576D95A24033}" dt="2026-05-04T21:07:29.575" v="776" actId="20577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Julia Valerio" userId="3c2a959d428b4c8e" providerId="LiveId" clId="{014CE5D8-F192-40A9-A595-576D95A24033}" dt="2026-05-04T21:09:23.257" v="795" actId="1076"/>
          <ac:spMkLst>
            <pc:docMk/>
            <pc:sldMk cId="0" sldId="256"/>
            <ac:spMk id="140" creationId="{00000000-0000-0000-0000-000000000000}"/>
          </ac:spMkLst>
        </pc:spChg>
        <pc:grpChg chg="mod">
          <ac:chgData name="Julia Valerio" userId="3c2a959d428b4c8e" providerId="LiveId" clId="{014CE5D8-F192-40A9-A595-576D95A24033}" dt="2026-05-10T23:11:49.174" v="817" actId="14100"/>
          <ac:grpSpMkLst>
            <pc:docMk/>
            <pc:sldMk cId="0" sldId="256"/>
            <ac:grpSpMk id="106" creationId="{00000000-0000-0000-0000-000000000000}"/>
          </ac:grpSpMkLst>
        </pc:grpChg>
        <pc:picChg chg="add mod">
          <ac:chgData name="Julia Valerio" userId="3c2a959d428b4c8e" providerId="LiveId" clId="{014CE5D8-F192-40A9-A595-576D95A24033}" dt="2026-05-04T21:09:18.140" v="794" actId="14100"/>
          <ac:picMkLst>
            <pc:docMk/>
            <pc:sldMk cId="0" sldId="256"/>
            <ac:picMk id="5" creationId="{E804230C-C86E-15AF-B5FB-2A19F7C9D82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827937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latin typeface="Open Sans"/>
                <a:ea typeface="Open Sans"/>
                <a:cs typeface="Open Sans"/>
                <a:sym typeface="Open Sans"/>
              </a:rPr>
              <a:t>TECH FOOD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2404768" y="6355587"/>
            <a:ext cx="24286089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Fabrizzio De Souza Puttini, Guilherme Belcastro Medeiros, Julia Valério Da Silva, Kaike Calvacante Santos, Luiz Roberto Silvestre</a:t>
            </a:r>
            <a:endParaRPr dirty="0"/>
          </a:p>
        </p:txBody>
      </p:sp>
      <p:sp>
        <p:nvSpPr>
          <p:cNvPr id="128" name="Google Shape;128;p1"/>
          <p:cNvSpPr txBox="1"/>
          <p:nvPr/>
        </p:nvSpPr>
        <p:spPr>
          <a:xfrm>
            <a:off x="15450317" y="16569341"/>
            <a:ext cx="12433206" cy="49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Gráfico:</a:t>
            </a:r>
            <a:endParaRPr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20" y="31654933"/>
            <a:ext cx="11400000" cy="663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FECAP - Projeto Interdisciplinar: Plataforma Marketplace B2B para Anúncios de Alimentos – Mr.Nut. São Paulo: FECAP, 2026</a:t>
            </a:r>
            <a:r>
              <a:rPr lang="pt-B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342900" lvl="0" indent="-3429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LEMES, David de Oliveira - Projeto Interdisciplinar: Produção Web. São Paulo: FECAP, 2024.</a:t>
            </a:r>
          </a:p>
          <a:p>
            <a:pPr marL="342900" lvl="0" indent="-3429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DUCKETT, Jon. HTML &amp; CSS: projete e construa websites. Rio de Janeiro: Alta Books, 2014.</a:t>
            </a:r>
          </a:p>
          <a:p>
            <a:pPr marL="342900" lvl="0" indent="-3429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MUELLER, John Paul. Segurança Para Desenvolvedores web: Usando JavaScript, HTML e CSS. São Paulo: Novatec, 2016.</a:t>
            </a:r>
          </a:p>
          <a:p>
            <a:pPr marL="342900" lvl="0" indent="-3429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QUEIRÓS, Ricardo; PORTELA, Filipe. Introdução ao Desenvolvimento Moderno Para a Web: Do Front-End ao Back-End. São Paulo: FCA, 2018.</a:t>
            </a:r>
            <a:endParaRPr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95870" y="31799689"/>
            <a:ext cx="12562800" cy="687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Desenvolvimento: Node.js (Express) para o servidor e React (Next.js) para a interface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Banco de Dados: MySQL para armazenamento e persistência dos dados via scripts SQL.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Versionamento e Colaboração: GitHub para hospedagem do código e gerenciamento das tarefas do grupo.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Prototipagem: Figma para o desenho das telas e do fluxo de navegação antes da programação.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Testes de API: Postman para validar as rotas de criação, leitura, edição e exclusão (CRUD)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Padronização: VS Code para manter a organização do código.</a:t>
            </a:r>
          </a:p>
          <a:p>
            <a:pPr lvl="0" algn="just">
              <a:lnSpc>
                <a:spcPct val="140000"/>
              </a:lnSpc>
            </a:pPr>
            <a:r>
              <a:rPr lang="pt-BR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880365"/>
            <a:ext cx="12562800" cy="844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setor de alimentos, a comunicação entre empresas (B2B) ocorre entre fornecedores e compradores de restaurantes, hotéis e varejos. Nesse cenário, diferentes etapas fazem parte da rotina comercial, como a busca por produtos específicos, consultas de preços, negociação de condições e análise de informações sobre fornecedores. Essas interações podem acontecer por diversos canais e modelos de contato utilizados no mercado.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 Ineficiente: Dificuldade em encontrar fornecedores específicos de petiscos e castanhas de forma centralizada.   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Negociações Lentas: Excesso de ligações e e-mails para consultar dados básicos, como quantidade mínima (MOQ) e prazos.  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Falta de Padronização: Ausência de um catálogo único que reúna preços, regiões atendidas e condições de fornecimento.   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Incerteza na Escolha: Falta de um histórico de avaliações confiável para validar novos parceiros antes do primeiro contato.</a:t>
            </a:r>
            <a:endParaRPr lang="en-US" sz="2800"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1570046" y="21064265"/>
            <a:ext cx="12562800" cy="965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Desenvolver a plataforma web TechFood em parceria com a Mr. Nuts. O sistema atua como uma vitrine B2B interativa que conecta produtores de alimentos a compradores profissionais. Contando com um CRUD completo, sistema de avaliações e filtros avançados, a proposta elimina a burocracia na busca por fornecedores, terceirizando a exibição do catálogo sem interferir nas transações financeiras externas.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Plataforma Centralizada: Um marketplace web B2B exclusivo para o setor alimentício.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Conexão Direta: Atua como um hub de intermediação entre fornecedores e compradores corporativos, otimizando o tempo de busca.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Arquitetura Modular: Sistema dividido em três acessos seguros: Fornecedor, Comprador e Administrador.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Foco no Contato: Catálogo inteligente e sem checkout financeiro interno, priorizando a negociação direta entre as partes.</a:t>
            </a:r>
          </a:p>
          <a:p>
            <a:pPr lvl="0" algn="just">
              <a:lnSpc>
                <a:spcPct val="140000"/>
              </a:lnSpc>
            </a:pPr>
            <a:endParaRPr lang="pt-BR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482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2800" dirty="0">
                <a:latin typeface="Open Sans"/>
                <a:ea typeface="Open Sans"/>
                <a:cs typeface="Open Sans"/>
                <a:sym typeface="Open Sans"/>
              </a:rPr>
              <a:t>Protótipo Funcional: Entrega de um sistema web responsivo com banco de dados relacional (MySQL) e API (Node.js/Express) para o CRUD de anúncios.</a:t>
            </a:r>
          </a:p>
          <a:p>
            <a:pPr lvl="0" algn="just">
              <a:lnSpc>
                <a:spcPct val="140000"/>
              </a:lnSpc>
            </a:pPr>
            <a:r>
              <a:rPr lang="pt-BR" sz="2800" dirty="0">
                <a:latin typeface="Open Sans"/>
                <a:ea typeface="Open Sans"/>
                <a:cs typeface="Open Sans"/>
                <a:sym typeface="Open Sans"/>
              </a:rPr>
              <a:t>Dashboard do Fornecedor: Interface em HTML/CSS/JS permitindo controle total sobre o catálogo B2B de alimentos.</a:t>
            </a:r>
          </a:p>
          <a:p>
            <a:pPr lvl="0" algn="just">
              <a:lnSpc>
                <a:spcPct val="140000"/>
              </a:lnSpc>
            </a:pPr>
            <a:r>
              <a:rPr lang="pt-BR" sz="2800" dirty="0">
                <a:latin typeface="Open Sans"/>
                <a:ea typeface="Open Sans"/>
                <a:cs typeface="Open Sans"/>
                <a:sym typeface="Open Sans"/>
              </a:rPr>
              <a:t>Modelagem Matemática (Cálculo II): Aplicação do Polinômio de Taylor de 3ª ordem para analisar a função do Volume Mensal de Cotações da plataforma.</a:t>
            </a:r>
            <a:endParaRPr dirty="0"/>
          </a:p>
        </p:txBody>
      </p:sp>
      <p:sp>
        <p:nvSpPr>
          <p:cNvPr id="140" name="Google Shape;140;p1"/>
          <p:cNvSpPr txBox="1"/>
          <p:nvPr/>
        </p:nvSpPr>
        <p:spPr>
          <a:xfrm>
            <a:off x="15743886" y="25832529"/>
            <a:ext cx="11652014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Precisão do Modelo (Erro Zero): A análise validou o modelo matemático demonstrando sobreposição total entre a função original e a aproximação, garantindo previsões seguras de crescimento.</a:t>
            </a:r>
            <a:endParaRPr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4230C-C86E-15AF-B5FB-2A19F7C9D8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63923" y="17402798"/>
            <a:ext cx="10991827" cy="70489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7070</TotalTime>
  <Words>662</Words>
  <Application>Microsoft Office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Open Sans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 Valerio</cp:lastModifiedBy>
  <cp:revision>1</cp:revision>
  <dcterms:created xsi:type="dcterms:W3CDTF">2006-08-16T00:00:00Z</dcterms:created>
  <dcterms:modified xsi:type="dcterms:W3CDTF">2026-05-10T23:44:44Z</dcterms:modified>
</cp:coreProperties>
</file>